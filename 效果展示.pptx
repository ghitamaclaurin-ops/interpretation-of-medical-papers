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11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92F79-9933-555F-3D16-FBA988E2C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1601A4-D2C6-457C-C6F6-7F622DE24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DB760C-F552-BC70-6FC0-72BF87AF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30D257-1A33-8D47-01C2-8AB2A26F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D28608-BF55-C337-FBA3-38A31C41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35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D5C7D-1BEA-9FFD-AB35-57498C91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F5EA21-DAFC-4DF4-DC53-92D96B59F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BF06A4-C592-1894-5EFC-5647D1688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B318F7-A14A-0088-314B-5740DFE3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059D38-5BEB-5C80-89E2-F93C9B97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36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D9F50-1B76-DE7C-FA67-3DA3749D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FFE951-5B01-A5A5-32CB-EC8C0437F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076FCC-DEAA-D34C-461F-A684FF964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831680-FD61-3CC7-B94B-564576F42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2AD793-A973-7DAC-73EF-5FFCDEFB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06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BD735-7EE8-57A1-227F-5AFBE8FF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4A97CF-76AF-E303-4FD3-B5441CD64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63FA31-1627-1D12-174C-E33E40DEF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270530-515A-06C2-6821-89BA311D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6CEB74-192A-75C4-A536-C76AEE811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93904C-CCBB-4718-0D38-9C527AFE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59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AC796-C1A3-D589-DB3D-C95BB994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3AB366-96E8-9885-7CB8-C62F5BEC1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4B88A1-FFD3-4C91-EB4A-42673B63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B516D0-5806-557D-70EE-4E545F0A3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8BDD60-DC9E-E01A-D11B-66BCE9876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250319-4865-4556-C452-50753112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57882F-472A-4AA6-AEB9-BBFB9079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FBFCB9-7604-C90A-3949-9D53EE74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24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CA881-1999-7AB0-4636-D111BE87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AEAB62-89CE-627A-C2DE-C907C2F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18DB8F-B185-E58B-5AA7-628D4DCB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56B658-C152-2BD6-4FA2-03746B2A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26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69FCD0-CD71-E1DF-38D9-B4365B05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4D2255-966A-6145-9502-C718B1D8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6A62D6-822B-CF45-BAA3-8AF5962C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767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872D2-940E-4C45-9306-428B7B8A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3F0A09-E1F4-84EA-9AA9-DBAD7730D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EF25B2-6AE7-9424-495F-768325581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8B8DFD-F286-D5F0-3313-F73A5BD1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B9CD7E-2064-C587-1C92-CBB06F6EA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903F05-183D-FE35-48DE-5A2F3494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33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DCF1F-D24A-5CDF-AE94-4ACA0F523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7CACEA-F598-9FB2-3D5D-2776AB326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3CC400-FB03-2BC2-E54A-1DF15777C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214191-D1BA-C5DC-A468-8009B7F91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CF4FE3-710C-38B8-DE6D-5454DC71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EB6E09-2C84-50A7-A3E9-487FF8CFA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80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11074-F506-92DE-6D0C-1497ACD1F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90633B-D91D-B4BE-FFA0-3BC91EAC5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219D07-E720-92D6-834E-6DAC5E15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7C233C-0985-6C8A-D5DB-C2B07CC99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8F2F11-46CC-E1AF-37E1-E96F8154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47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F3CBC8-3372-3405-86A0-7EFD2B724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7A2CA6-B9C1-DF38-E710-8CEC973B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EECE96-6AC2-A357-08B2-15A9FF02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F488C3-5B3A-A62D-9FA1-1CC4A021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CACD72-F112-9F72-B7C2-6F0296D3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77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949A41-919B-7ECD-9701-CC82548EA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8C0E6-5546-1540-DE0B-74AB9E17D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F306C1-9262-08A7-BFE9-050AE3CEF8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99F61-BDAC-4031-9FD8-B484523B347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8E154F-B27A-68F9-786C-F3EDDC237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28C81-FC7B-1F63-482A-3621D29D3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91FEA-BA81-4A86-9410-83D33768D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13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7DF3410-7EF4-FD4C-4F88-4D98FA943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76" y="0"/>
            <a:ext cx="5967287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BC19CA-61F0-DC1A-D3C1-742111A53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851" y="0"/>
            <a:ext cx="5188953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CD15EDD-1172-6227-7AF3-9095362CB882}"/>
              </a:ext>
            </a:extLst>
          </p:cNvPr>
          <p:cNvSpPr txBox="1"/>
          <p:nvPr/>
        </p:nvSpPr>
        <p:spPr>
          <a:xfrm>
            <a:off x="3435531" y="313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原始论文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29754B-2481-C045-FA07-5E3A5A98C9C9}"/>
              </a:ext>
            </a:extLst>
          </p:cNvPr>
          <p:cNvSpPr txBox="1"/>
          <p:nvPr/>
        </p:nvSpPr>
        <p:spPr>
          <a:xfrm>
            <a:off x="9862456" y="313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一页解读</a:t>
            </a:r>
          </a:p>
        </p:txBody>
      </p:sp>
    </p:spTree>
    <p:extLst>
      <p:ext uri="{BB962C8B-B14F-4D97-AF65-F5344CB8AC3E}">
        <p14:creationId xmlns:p14="http://schemas.microsoft.com/office/powerpoint/2010/main" val="2796791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D4DA0-D4E3-1921-8A85-07F399F6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3B94A0-5775-BD71-7B02-263C9C59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46" y="0"/>
            <a:ext cx="5810454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E00B6BB-7C96-938B-D20B-158F2510B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256" y="0"/>
            <a:ext cx="5841090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D6CF4C8-3892-905E-5BE8-CE5458F7377D}"/>
              </a:ext>
            </a:extLst>
          </p:cNvPr>
          <p:cNvSpPr txBox="1"/>
          <p:nvPr/>
        </p:nvSpPr>
        <p:spPr>
          <a:xfrm>
            <a:off x="3435531" y="313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原始论文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79A93A-2216-D7A6-F133-6060DB910466}"/>
              </a:ext>
            </a:extLst>
          </p:cNvPr>
          <p:cNvSpPr txBox="1"/>
          <p:nvPr/>
        </p:nvSpPr>
        <p:spPr>
          <a:xfrm>
            <a:off x="9862456" y="313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一页解读</a:t>
            </a:r>
          </a:p>
        </p:txBody>
      </p:sp>
    </p:spTree>
    <p:extLst>
      <p:ext uri="{BB962C8B-B14F-4D97-AF65-F5344CB8AC3E}">
        <p14:creationId xmlns:p14="http://schemas.microsoft.com/office/powerpoint/2010/main" val="143870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3BE80-8A62-4CF6-C2AE-27AEC2F7F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18B9971-DB71-B554-9DD4-9A3FF3F71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364" y="0"/>
            <a:ext cx="5837841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52B465E-F694-F3D3-9274-42C88BCF6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95" y="0"/>
            <a:ext cx="5831499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5845A33-B4FF-CDDA-B5FE-39AD87533F16}"/>
              </a:ext>
            </a:extLst>
          </p:cNvPr>
          <p:cNvSpPr txBox="1"/>
          <p:nvPr/>
        </p:nvSpPr>
        <p:spPr>
          <a:xfrm>
            <a:off x="3435531" y="313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原始论文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D67DED-DC6A-86CF-60E6-29C0FCCBA0F9}"/>
              </a:ext>
            </a:extLst>
          </p:cNvPr>
          <p:cNvSpPr txBox="1"/>
          <p:nvPr/>
        </p:nvSpPr>
        <p:spPr>
          <a:xfrm>
            <a:off x="9862456" y="313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一页解读</a:t>
            </a:r>
          </a:p>
        </p:txBody>
      </p:sp>
    </p:spTree>
    <p:extLst>
      <p:ext uri="{BB962C8B-B14F-4D97-AF65-F5344CB8AC3E}">
        <p14:creationId xmlns:p14="http://schemas.microsoft.com/office/powerpoint/2010/main" val="419892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677A8-F5D9-9DEC-72A2-422A567E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22B262-8508-73E5-D8FE-299BE415A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990" y="0"/>
            <a:ext cx="5845442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1D9BF29-2BA4-C745-FC98-4A6728CA3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89" y="0"/>
            <a:ext cx="5715001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4ABAC4A-1B45-0E98-CC6F-8591947EFFF5}"/>
              </a:ext>
            </a:extLst>
          </p:cNvPr>
          <p:cNvSpPr txBox="1"/>
          <p:nvPr/>
        </p:nvSpPr>
        <p:spPr>
          <a:xfrm>
            <a:off x="3435531" y="313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原始论文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679340-97D8-95A7-5A2A-6437007550DA}"/>
              </a:ext>
            </a:extLst>
          </p:cNvPr>
          <p:cNvSpPr txBox="1"/>
          <p:nvPr/>
        </p:nvSpPr>
        <p:spPr>
          <a:xfrm>
            <a:off x="9862456" y="313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一页解读</a:t>
            </a:r>
          </a:p>
        </p:txBody>
      </p:sp>
    </p:spTree>
    <p:extLst>
      <p:ext uri="{BB962C8B-B14F-4D97-AF65-F5344CB8AC3E}">
        <p14:creationId xmlns:p14="http://schemas.microsoft.com/office/powerpoint/2010/main" val="2620601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B9927-C307-8016-E83D-55DCBD53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370242-A7ED-0CF5-13AE-E04BFF3E6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61" y="0"/>
            <a:ext cx="5837639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5F08C9D-7303-1675-9DFC-DCD56C58F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596" y="0"/>
            <a:ext cx="5720719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F58BA64-A728-D3E5-99BE-7786C4E88D32}"/>
              </a:ext>
            </a:extLst>
          </p:cNvPr>
          <p:cNvSpPr txBox="1"/>
          <p:nvPr/>
        </p:nvSpPr>
        <p:spPr>
          <a:xfrm>
            <a:off x="3435531" y="313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原始论文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80FA3A-2F08-1381-2D44-FADC993FBD10}"/>
              </a:ext>
            </a:extLst>
          </p:cNvPr>
          <p:cNvSpPr txBox="1"/>
          <p:nvPr/>
        </p:nvSpPr>
        <p:spPr>
          <a:xfrm>
            <a:off x="9862456" y="313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一页解读</a:t>
            </a:r>
          </a:p>
        </p:txBody>
      </p:sp>
    </p:spTree>
    <p:extLst>
      <p:ext uri="{BB962C8B-B14F-4D97-AF65-F5344CB8AC3E}">
        <p14:creationId xmlns:p14="http://schemas.microsoft.com/office/powerpoint/2010/main" val="697231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</Words>
  <Application>Microsoft Office PowerPoint</Application>
  <PresentationFormat>宽屏</PresentationFormat>
  <Paragraphs>10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 许</dc:creator>
  <cp:lastModifiedBy>伟 许</cp:lastModifiedBy>
  <cp:revision>2</cp:revision>
  <dcterms:created xsi:type="dcterms:W3CDTF">2026-01-08T06:10:57Z</dcterms:created>
  <dcterms:modified xsi:type="dcterms:W3CDTF">2026-01-08T06:19:13Z</dcterms:modified>
</cp:coreProperties>
</file>